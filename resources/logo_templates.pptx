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7114-A892-F129-51F2-1DC4C3325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4B3EB-D8A9-1B13-3257-8EC7477FB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979E7-47FB-3AC0-1F0A-3925A492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BCA4-F435-B8EF-7F9D-037103B1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D666F-C520-D030-687D-8A0097B7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65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763F-A87B-7090-E98E-8CA38C0D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B5E4-56B9-22F9-3D5A-5CC470F55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3DFAE-FAE7-CF38-A5CA-55990467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5372-0206-0FA7-FF0F-FF85DA28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B6FE9-F2D6-63CA-5CE7-0B0188E7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35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BF5C-BE5F-94ED-87EA-BF4BFC8C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4AEE2-D7E0-928E-00E0-00F5019EE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1866D-0846-D529-2CBE-8905A44F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917A8-A5A4-7FE0-A8B6-01B0316D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E902-14C0-7718-18C9-E42ED5EB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76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D2E5-16E1-4E7A-0BC9-C539984E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8668-29FC-DE7F-150B-B37DA7960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A7A22-67BE-F6CB-50B9-236318F5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97418-A010-0545-A980-2BAD43C0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E4FB9-7A89-6AF5-6465-85F5CC57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DF1BE-8FAD-D7A6-9D9A-4A623816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40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7557-A052-876D-0B55-5EEB0C369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44EF-5101-B5AC-84AC-0B76BA1DA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41F56-58A4-3892-9F9D-F9D039796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1FC64-4F2E-880F-81EE-C9D32A340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92A53-9546-94FC-2A4E-1D1734EF2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36E9E-21CF-B548-996D-1FC91494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D8499-6B10-91B8-7C46-FD88D7E9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54ECD-50B1-6EDD-2893-04AD7E50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36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8C6D-F0EB-55CB-8B85-86DA4090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7403C-7B10-420C-AC52-CC928F77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511AA-6ED2-BBE4-0742-30201E6E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84685-0F61-D4DA-FE28-79AF4AB1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81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8AFC9-A7E4-F804-7CBB-AE1B3A2B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3E28E-EA2F-52E4-189A-55709A35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99A03-2C66-3673-67F6-511828CE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2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9ED5-CC01-9845-6504-56F1D43D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401F2-FCD1-D835-1536-10CB2DD0D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A4B01-659F-8836-F2DD-2DE386D2F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13A8-FC2F-224D-5797-1A7AFED8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679C9-851F-4AD9-5CB7-860DC577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68ABE-BEE7-CE40-FA75-8327488B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36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33EC-E9D7-0B1E-4E92-4274A69D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C98BC-6CCF-3505-9A05-B77D7A6AD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25B99-9AFB-B158-72A0-CC2AC71E7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48E60-7E45-98BB-D363-FA72E6B4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3BD15-97BA-2000-E31D-5F663E31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30B3E-189A-5EB9-DA1B-7F8FA184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2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9D61-1411-6A85-4464-330180FE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36B6E-5B2A-4C38-5EDC-46B4F2AE3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E93F-AA77-A713-2021-DD7DDB82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D7FB6-3675-0098-DBFE-817B69E9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8A52D-D1E8-5CB0-E005-E7500289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28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A63CB-6A93-48B3-D061-AFA90E759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4415A-9E2F-3D9F-E89E-9DA9F73E4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0BC2-4128-64BF-F4ED-F147E301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7F354-7C5F-EE84-3D68-AED36198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69586-09FB-6B24-CC58-A1ADED2D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71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4CF19-52C7-4764-2E25-023EDC57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8DBD0-D11B-4E0A-A958-2EBE864B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B0F74-57DE-BE6D-5BDE-09B59E9E2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3C1BB-DA93-F846-87A4-2BA044AA352E}" type="datetimeFigureOut">
              <a:rPr lang="en-GB" smtClean="0"/>
              <a:t>07/06/2024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BC06-2EF1-A80E-1638-423F59AAC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2F6CE-6303-439F-91E0-86C640EF6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5E6E4-D0F3-3348-BFEB-9E7E9C5FA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6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5F8507B-6B4A-1083-7D5D-A922974B14FE}"/>
              </a:ext>
            </a:extLst>
          </p:cNvPr>
          <p:cNvGrpSpPr>
            <a:grpSpLocks noChangeAspect="1"/>
          </p:cNvGrpSpPr>
          <p:nvPr/>
        </p:nvGrpSpPr>
        <p:grpSpPr>
          <a:xfrm>
            <a:off x="4149139" y="2857500"/>
            <a:ext cx="3893722" cy="1143000"/>
            <a:chOff x="4532244" y="2724150"/>
            <a:chExt cx="4802256" cy="1409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8D5315-EC60-C9E8-C6D7-2146F21C8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724150"/>
              <a:ext cx="3238500" cy="1409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1930AC-51EF-5E9A-3378-312AB60AC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2244" y="2728864"/>
              <a:ext cx="1417983" cy="1404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418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2575BC0-C462-B6D7-24D3-7BC175315814}"/>
              </a:ext>
            </a:extLst>
          </p:cNvPr>
          <p:cNvGrpSpPr/>
          <p:nvPr/>
        </p:nvGrpSpPr>
        <p:grpSpPr>
          <a:xfrm>
            <a:off x="3694872" y="2724150"/>
            <a:ext cx="4802256" cy="1409700"/>
            <a:chOff x="3869636" y="2631385"/>
            <a:chExt cx="4802256" cy="1409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8D5315-EC60-C9E8-C6D7-2146F21C8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433392" y="2631385"/>
              <a:ext cx="3238500" cy="1409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1930AC-51EF-5E9A-3378-312AB60AC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9636" y="2636099"/>
              <a:ext cx="1417983" cy="1404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243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Bailey</dc:creator>
  <cp:lastModifiedBy>Liam Bailey</cp:lastModifiedBy>
  <cp:revision>1</cp:revision>
  <dcterms:created xsi:type="dcterms:W3CDTF">2024-06-07T15:46:17Z</dcterms:created>
  <dcterms:modified xsi:type="dcterms:W3CDTF">2024-06-07T15:53:14Z</dcterms:modified>
</cp:coreProperties>
</file>